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Slab"/>
      <p:regular r:id="rId30"/>
      <p:bold r:id="rId31"/>
    </p:embeddedFont>
    <p:embeddedFont>
      <p:font typeface="Ralew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geY32S52peOxuasmBOstHwaPQS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lab-bold.fntdata"/><Relationship Id="rId30" Type="http://schemas.openxmlformats.org/officeDocument/2006/relationships/font" Target="fonts/RobotoSlab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HTML defines the structure of the content. CSS defines the look of it. Javascript (or another language) allow for dynamic actions.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gets a little confusing.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don’t really need to understand all of this.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gets a little confusing.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don’t really need to understand all of this.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gets a little confusing.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don’t really need to understand all of this.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DON’T FEEL BAD IF YOU SAY FLOW CONTROL, I ALWAYS WANT TO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2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2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3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41" name="Google Shape;41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3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3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3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2" name="Google Shape;72;p3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3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p5js.org/get-starte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Mostly review, some control flow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Taking a moment to make sure we’re all on the same page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Today’s menu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Announcement!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Review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The DOM and why it matters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Functions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Objects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Data Types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Control Flow Introduction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P5.js demo (if we have time, probably Monday)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HTML, CSS, and Javascript - a ‘cheat sheet’</a:t>
            </a:r>
            <a:endParaRPr/>
          </a:p>
        </p:txBody>
      </p:sp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6388" y="2377325"/>
            <a:ext cx="4871225" cy="12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788" y="1385888"/>
            <a:ext cx="72104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We reference objects through the DOM which allows for interactivity… and all web mapping… to take place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0" y="935375"/>
            <a:ext cx="9102000" cy="32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392" y="0"/>
            <a:ext cx="578922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21" name="Google Shape;121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Pieces of code that run when called upon.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you </a:t>
            </a:r>
            <a:r>
              <a:rPr b="1" lang="en"/>
              <a:t>define</a:t>
            </a:r>
            <a:r>
              <a:rPr lang="en"/>
              <a:t> a function (and give it a name)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you can </a:t>
            </a:r>
            <a:r>
              <a:rPr b="1" lang="en"/>
              <a:t>call</a:t>
            </a:r>
            <a:r>
              <a:rPr lang="en"/>
              <a:t> the function to execute</a:t>
            </a:r>
            <a:endParaRPr/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1038" y="2905763"/>
            <a:ext cx="555307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25" y="2168425"/>
            <a:ext cx="74866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1" cy="355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types vs. objects?</a:t>
            </a:r>
            <a:endParaRPr/>
          </a:p>
        </p:txBody>
      </p:sp>
      <p:sp>
        <p:nvSpPr>
          <p:cNvPr id="139" name="Google Shape;139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rabi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Variables are containers that hold data values (simple or complex!)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alpha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Primitive data types -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not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objects,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no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methods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Number - integer, floating point, etc.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String - “Hello World!”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Boolean - True or False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Undefined - declared but not assigned a value yet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Null - the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intentional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absence of a value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Symbol - a unique identifier used to avoid naming issues (we can kind of ignore for now)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But wait…</a:t>
            </a:r>
            <a:endParaRPr/>
          </a:p>
        </p:txBody>
      </p:sp>
      <p:pic>
        <p:nvPicPr>
          <p:cNvPr id="145" name="Google Shape;1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42481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2"/>
          <p:cNvSpPr txBox="1"/>
          <p:nvPr/>
        </p:nvSpPr>
        <p:spPr>
          <a:xfrm>
            <a:off x="5006900" y="2129050"/>
            <a:ext cx="4148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Javascript is automatically converting the primitive type to the corresponding </a:t>
            </a:r>
            <a:r>
              <a:rPr b="1" i="0" lang="en" sz="1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object wrapper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that has methods…</a:t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Yes, that’s annoying. It’s a ‘sugar coating’ to make Object-Oriented Programming paradigms easier.</a:t>
            </a:r>
            <a:endParaRPr b="0" i="0" sz="14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types vs. objects? (redux)</a:t>
            </a:r>
            <a:endParaRPr/>
          </a:p>
        </p:txBody>
      </p:sp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AutoNum type="arabicPeriod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Reference Data Types can be thought of as ‘references’ to objects in your document: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Arrays - [‘hello’, 1, 2.5, True]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Object Literals - … literally objects (on the next slide)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Functions - Yes, you can make functions as variables because… why not?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types vs. objects? (penultimate)</a:t>
            </a:r>
            <a:endParaRPr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Not a specific data type, but a data structure that can hold values, functions, other objects, hetods, and so on.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class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is a blueprint for creating objects. You use it to define a custom data type that specifies what properties and methods that object can have.</a:t>
            </a:r>
            <a:br>
              <a:rPr lang="en">
                <a:latin typeface="Roboto Slab"/>
                <a:ea typeface="Roboto Slab"/>
                <a:cs typeface="Roboto Slab"/>
                <a:sym typeface="Roboto Slab"/>
              </a:rPr>
            </a:b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can create an object on the fly, but if you know you’re going to need </a:t>
            </a:r>
            <a:r>
              <a:rPr i="1" lang="en">
                <a:latin typeface="Roboto Slab"/>
                <a:ea typeface="Roboto Slab"/>
                <a:cs typeface="Roboto Slab"/>
                <a:sym typeface="Roboto Slab"/>
              </a:rPr>
              <a:t>a lot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of that type of object, you can use a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class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to define its properties (like ‘car’)</a:t>
            </a:r>
            <a:br>
              <a:rPr lang="en">
                <a:latin typeface="Roboto Slab"/>
                <a:ea typeface="Roboto Slab"/>
                <a:cs typeface="Roboto Slab"/>
                <a:sym typeface="Roboto Slab"/>
              </a:rPr>
            </a:b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0" y="935375"/>
            <a:ext cx="9102000" cy="32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DON’T PANIC!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You don’t need to know all of this right now.</a:t>
            </a:r>
            <a:endParaRPr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Most (all?) of you do not want to be Computer Scientists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You need to know some key ideas, but not </a:t>
            </a:r>
            <a:r>
              <a:rPr b="1" lang="en" sz="1400">
                <a:latin typeface="Roboto Slab"/>
                <a:ea typeface="Roboto Slab"/>
                <a:cs typeface="Roboto Slab"/>
                <a:sym typeface="Roboto Slab"/>
              </a:rPr>
              <a:t>everything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: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Javascript allows you to create and manipulate </a:t>
            </a: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objects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■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To give them names/references 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■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To create, delete, and change them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There are primitive data types that can only store certain forms of data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■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An integer! A True or False value!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You can create </a:t>
            </a: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complex objects</a:t>
            </a: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 that can sort of store whatever you want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■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 data </a:t>
            </a: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structure</a:t>
            </a: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 that can hold values, functions, etc.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■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 collection of key-value pairs where the key is typically a string (or symbol) and the values are </a:t>
            </a: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any</a:t>
            </a: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 valid Javascript data type (including other objects and functions!)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Now for some Control Flow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Control Flow</a:t>
            </a:r>
            <a:endParaRPr/>
          </a:p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b="1" lang="en" sz="1700">
                <a:latin typeface="Roboto Slab"/>
                <a:ea typeface="Roboto Slab"/>
                <a:cs typeface="Roboto Slab"/>
                <a:sym typeface="Roboto Slab"/>
              </a:rPr>
              <a:t>Conditionals</a:t>
            </a:r>
            <a:endParaRPr b="1"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If …. Else if… else…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b="1" lang="en" sz="1700">
                <a:latin typeface="Roboto Slab"/>
                <a:ea typeface="Roboto Slab"/>
                <a:cs typeface="Roboto Slab"/>
                <a:sym typeface="Roboto Slab"/>
              </a:rPr>
              <a:t>Loops</a:t>
            </a:r>
            <a:endParaRPr b="1"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While…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For… (my favorite)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If… else if… else…</a:t>
            </a:r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0"/>
            <a:ext cx="3388953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6478" y="1853850"/>
            <a:ext cx="23332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For…</a:t>
            </a:r>
            <a:endParaRPr/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40957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8650" y="1853850"/>
            <a:ext cx="329949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For… (why I like it)</a:t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8650" y="1853850"/>
            <a:ext cx="3299492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006250"/>
            <a:ext cx="47529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0713" y="2933700"/>
            <a:ext cx="10763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While… </a:t>
            </a:r>
            <a:endParaRPr/>
          </a:p>
        </p:txBody>
      </p:sp>
      <p:pic>
        <p:nvPicPr>
          <p:cNvPr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3295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4972" y="1318650"/>
            <a:ext cx="2481302" cy="3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When to use which?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Full disclosure: I often try to use ‘for’ loops when I can, I prefer them and I’m not an industry programmer</a:t>
            </a:r>
            <a:br>
              <a:rPr lang="en">
                <a:latin typeface="Roboto Slab"/>
                <a:ea typeface="Roboto Slab"/>
                <a:cs typeface="Roboto Slab"/>
                <a:sym typeface="Roboto Slab"/>
              </a:rPr>
            </a:br>
            <a:br>
              <a:rPr lang="en">
                <a:latin typeface="Roboto Slab"/>
                <a:ea typeface="Roboto Slab"/>
                <a:cs typeface="Roboto Slab"/>
                <a:sym typeface="Roboto Slab"/>
              </a:rPr>
            </a:b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While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loops are generally preferred when number of iterations are uncertain or conditions might change during the loop (While player’s score is under 100, keep playing)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For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loops are generally preferred when the iterations are known (Manipulate every entry in a data set)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get started with p5.js</a:t>
            </a:r>
            <a:endParaRPr/>
          </a:p>
        </p:txBody>
      </p: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If we have time, let’s go here: </a:t>
            </a:r>
            <a:r>
              <a:rPr lang="en" sz="17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https://p5js.org/get-started/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Work through the two examples.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What’s going on here?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What is p5.js?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Why are there different functions?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How is it manipulating the dom??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i="1" lang="en" sz="1500">
                <a:latin typeface="Roboto Slab"/>
                <a:ea typeface="Roboto Slab"/>
                <a:cs typeface="Roboto Slab"/>
                <a:sym typeface="Roboto Slab"/>
              </a:rPr>
              <a:t>Think about these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, we’ll talk about them more next week..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